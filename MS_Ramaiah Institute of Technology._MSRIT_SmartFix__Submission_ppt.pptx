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C76D1A-DD16-46F9-A967-91B74C27D5D9}" v="3" dt="2026-09-28T06:36:17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ush mudgil" userId="d74974846bc1880f" providerId="LiveId" clId="{9AE6217B-08E1-4665-AF48-B1B8D35EE082}"/>
    <pc:docChg chg="modSld">
      <pc:chgData name="aarush mudgil" userId="d74974846bc1880f" providerId="LiveId" clId="{9AE6217B-08E1-4665-AF48-B1B8D35EE082}" dt="2026-09-28T06:35:57.231" v="93" actId="20577"/>
      <pc:docMkLst>
        <pc:docMk/>
      </pc:docMkLst>
      <pc:sldChg chg="modSp mod">
        <pc:chgData name="aarush mudgil" userId="d74974846bc1880f" providerId="LiveId" clId="{9AE6217B-08E1-4665-AF48-B1B8D35EE082}" dt="2026-09-28T06:35:57.231" v="93" actId="20577"/>
        <pc:sldMkLst>
          <pc:docMk/>
          <pc:sldMk cId="0" sldId="256"/>
        </pc:sldMkLst>
        <pc:spChg chg="mod">
          <ac:chgData name="aarush mudgil" userId="d74974846bc1880f" providerId="LiveId" clId="{9AE6217B-08E1-4665-AF48-B1B8D35EE082}" dt="2026-09-28T06:35:57.231" v="93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44"/>
          </a:solidFill>
          <a:ln>
            <a:solidFill>
              <a:srgbClr val="0B1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172E5"/>
                </a:solidFill>
              </a:defRPr>
            </a:pPr>
            <a:r>
              <a:t>SAMSUNG PRISM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Generative AI Hackathon — 3rd Edition 2026 – 27</a:t>
            </a:r>
          </a:p>
          <a:p>
            <a:pPr>
              <a:spcBef>
                <a:spcPts val="600"/>
              </a:spcBef>
              <a:defRPr sz="1800">
                <a:solidFill>
                  <a:srgbClr val="94A3B8"/>
                </a:solidFill>
              </a:defRPr>
            </a:pPr>
            <a:r>
              <a:t>Theme 02: Smart Guided Troubleshooting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10698480" cy="3840480"/>
          </a:xfrm>
          <a:prstGeom prst="roundRect">
            <a:avLst/>
          </a:prstGeom>
          <a:solidFill>
            <a:srgbClr val="0F2454"/>
          </a:solidFill>
          <a:ln>
            <a:solidFill>
              <a:srgbClr val="1E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rPr dirty="0"/>
              <a:t>SUBMISSION DETAILS &amp; TEAM PROFILE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rPr dirty="0"/>
              <a:t>Theme ID:                  Theme 02 (Smart Guided Troubleshooting Engine)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rPr dirty="0"/>
              <a:t>Team Name:                 </a:t>
            </a:r>
            <a:r>
              <a:rPr lang="en-IN" dirty="0"/>
              <a:t>MSRIT_SmartFix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rPr dirty="0"/>
              <a:t>College Name:              </a:t>
            </a:r>
            <a:r>
              <a:rPr lang="en-IN" dirty="0"/>
              <a:t>MS </a:t>
            </a:r>
            <a:r>
              <a:rPr lang="en-IN" sz="1200" b="1" dirty="0">
                <a:solidFill>
                  <a:srgbClr val="E2E8F0"/>
                </a:solidFill>
              </a:rPr>
              <a:t>Ramaiah</a:t>
            </a:r>
            <a:r>
              <a:rPr lang="en-IN" sz="1200" dirty="0">
                <a:solidFill>
                  <a:srgbClr val="E2E8F0"/>
                </a:solidFill>
              </a:rPr>
              <a:t> Institute of Technology</a:t>
            </a:r>
            <a:endParaRPr dirty="0"/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rPr dirty="0"/>
              <a:t>Member Name &amp; Email 1:     </a:t>
            </a:r>
            <a:r>
              <a:rPr lang="en-IN" dirty="0"/>
              <a:t>Aarush mudgil &amp; 1ms25ci002@msrit.edu</a:t>
            </a:r>
            <a:endParaRPr dirty="0"/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rPr dirty="0"/>
              <a:t>Submission GitHub link:    https://github.com/[YOUR_USERNAME]/[YOUR_REPO]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rPr dirty="0"/>
              <a:t>GitHub Release / Tag:      PRISM_GENAI_HACKATHON_Y2026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72E5"/>
                </a:solidFill>
              </a:defRPr>
            </a:pPr>
            <a:r>
              <a:t>SAMSUNG PRISM GENAI HACKATHON 2026-27 | SECTION 1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44"/>
                </a:solidFill>
              </a:defRPr>
            </a:pPr>
            <a:r>
              <a:t>Theme: Smart Guided Troubleshooting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B1C44"/>
                </a:solidFill>
              </a:defRPr>
            </a:pPr>
            <a:r>
              <a:t>Official Problem Statement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Natural Language Complaints: Accept ambiguous, non-technical customer inputs (e.g. 'my screen stays dark and apps won't load').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Technical Query Enrichment: Normalize complaint into structured troubleshooting goals.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Grounded Step Generation: Extract clean, ordered steps from reference knowledge base (SIIS), preventing hallucination.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Settings Deeplink Mapping: Map every actionable step to an exact in-app Settings URI from a verified catalog.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Fast-Path Caching: Sub-300ms cache lookup for pre-validated repeated or paraphrased queries.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Scalability Target: Architectural design capable of scaling to 10,000+ scenarios.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Production REST API: Real-time telemetry reporting step accuracy, latency, and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217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172E5"/>
                </a:solidFill>
              </a:defRPr>
            </a:pPr>
            <a:r>
              <a:t>Theme Objectives &amp; Scope</a:t>
            </a:r>
          </a:p>
          <a:p>
            <a:pPr>
              <a:spcBef>
                <a:spcPts val="1000"/>
              </a:spcBef>
              <a:defRPr sz="1200" b="1">
                <a:solidFill>
                  <a:srgbClr val="0B1C44"/>
                </a:solidFill>
              </a:defRPr>
            </a:pPr>
            <a:r>
              <a:t>Input Scope: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Real customer queries paired with Samsung Internal Information System (SIIS) reference documents.</a:t>
            </a:r>
          </a:p>
          <a:p>
            <a:pPr>
              <a:spcBef>
                <a:spcPts val="1000"/>
              </a:spcBef>
              <a:defRPr sz="1200" b="1">
                <a:solidFill>
                  <a:srgbClr val="0B1C44"/>
                </a:solidFill>
              </a:defRPr>
            </a:pPr>
            <a:r>
              <a:t>Controlled Deeplink Space: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578 verified Samsung Settings deep links (voiceassist://...) across Display, Battery, Connectivity, and System.</a:t>
            </a:r>
          </a:p>
          <a:p>
            <a:pPr>
              <a:spcBef>
                <a:spcPts val="1000"/>
              </a:spcBef>
              <a:defRPr sz="1200" b="1">
                <a:solidFill>
                  <a:srgbClr val="0B1C44"/>
                </a:solidFill>
              </a:defRPr>
            </a:pPr>
            <a:r>
              <a:t>Validation Deeplinks: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Attaching automated verification probes (key, condition, resultType, value) so the OS can verify action success.</a:t>
            </a:r>
          </a:p>
          <a:p>
            <a:pPr>
              <a:spcBef>
                <a:spcPts val="1000"/>
              </a:spcBef>
              <a:defRPr sz="1200" b="1">
                <a:solidFill>
                  <a:srgbClr val="0B1C44"/>
                </a:solidFill>
              </a:defRPr>
            </a:pPr>
            <a:r>
              <a:t>Safety Categorization: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Strict classification into 'auto' (settings deep link), 'manual' (physical steps), and 'critical' (reboot/reset).</a:t>
            </a:r>
          </a:p>
          <a:p>
            <a:pPr>
              <a:spcBef>
                <a:spcPts val="1000"/>
              </a:spcBef>
              <a:defRPr sz="1200" b="1">
                <a:solidFill>
                  <a:srgbClr val="0B1C44"/>
                </a:solidFill>
              </a:defRPr>
            </a:pPr>
            <a:r>
              <a:t>Performance SLA: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Cold query target &lt;= 8.0s, warm cache target &lt; 300ms, 100% schema validity, zero broken deep links.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72E5"/>
                </a:solidFill>
              </a:defRPr>
            </a:pPr>
            <a:r>
              <a:t>SAMSUNG PRISM GENAI HACKATHON 2026-27 | SECTION 2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44"/>
                </a:solidFill>
              </a:defRPr>
            </a:pPr>
            <a:r>
              <a:t>Existing Solutions &amp; Industry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1. Hallucinated Deeplinks  [CRITICAL RISK]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Existing LLMs invent fake Android Settings URIs (e.g. 'settings://display/flicker_fix'). When tapped, device crashes or fails silently.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t>2. Prompt-Only Constraints Fail  [COMPLIANCE GAP]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Instructing LLMs to 'use exactly 5-7 words' or 'never output URLs' is probabilistic. Pretraining memory leaks URLs like 'samsung.com/support'.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3. Dangerous Step Ordering  [SAFETY RISK]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Generic LLM assistants often suggest Factory Data Reset or Safe Mode as Step 1, causing irreversible user data loss before non-invasive fixes.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t>4. Ineffective Exact-String Caching  [LATENCY &amp; COST]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Standard SHA-256 caching has 0% hit rate on paraphrases. 'Battery drains super fast' and 'phone won't hold charge' miss the cache completely.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t>5. Agent Framework Bloat  [ENGINEERING OVERHEAD]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Using LangChain/CrewAI introduces 300-600ms latency overhead, hidden prompts, non-deterministic loops, and complex debugging.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72E5"/>
                </a:solidFill>
              </a:defRPr>
            </a:pPr>
            <a:r>
              <a:t>SAMSUNG PRISM GENAI HACKATHON 2026-27 | SECTION 3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44"/>
                </a:solidFill>
              </a:defRPr>
            </a:pPr>
            <a:r>
              <a:t>Our Solution &amp; 5-Layer Directed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172E5"/>
                </a:solidFill>
              </a:defRPr>
            </a:pPr>
            <a:r>
              <a:t>Phase 0</a:t>
            </a:r>
          </a:p>
          <a:p>
            <a:pPr>
              <a:spcBef>
                <a:spcPts val="400"/>
              </a:spcBef>
              <a:defRPr sz="1400" b="1">
                <a:solidFill>
                  <a:srgbClr val="0B1C44"/>
                </a:solidFill>
              </a:defRPr>
            </a:pPr>
            <a:r>
              <a:t>Fast Semantic Cache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In-memory TF-IDF cosine similarity. Paraphrases hit in &lt;15ms at $0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574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172E5"/>
                </a:solidFill>
              </a:defRPr>
            </a:pPr>
            <a:r>
              <a:t>Phase 1</a:t>
            </a:r>
          </a:p>
          <a:p>
            <a:pPr>
              <a:spcBef>
                <a:spcPts val="400"/>
              </a:spcBef>
              <a:defRPr sz="1400" b="1">
                <a:solidFill>
                  <a:srgbClr val="0B1C44"/>
                </a:solidFill>
              </a:defRPr>
            </a:pPr>
            <a:r>
              <a:t>Structure Extraction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Groq (openai/gpt-oss-120b, temp=0). Parses reference text into Goal/Actions.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574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172E5"/>
                </a:solidFill>
              </a:defRPr>
            </a:pPr>
            <a:r>
              <a:t>Phase 1b</a:t>
            </a:r>
          </a:p>
          <a:p>
            <a:pPr>
              <a:spcBef>
                <a:spcPts val="400"/>
              </a:spcBef>
              <a:defRPr sz="1400" b="1">
                <a:solidFill>
                  <a:srgbClr val="0B1C44"/>
                </a:solidFill>
              </a:defRPr>
            </a:pPr>
            <a:r>
              <a:t>Guards &amp; Constraints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Deterministic Python: Zero-URL leak regex (scrubber.py) + word-count fixer (constraints.py).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9" y="1645920"/>
            <a:ext cx="20574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17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172E5"/>
                </a:solidFill>
              </a:defRPr>
            </a:pPr>
            <a:r>
              <a:t>Phase 2</a:t>
            </a:r>
          </a:p>
          <a:p>
            <a:pPr>
              <a:spcBef>
                <a:spcPts val="400"/>
              </a:spcBef>
              <a:defRPr sz="1400" b="1">
                <a:solidFill>
                  <a:srgbClr val="0B1C44"/>
                </a:solidFill>
              </a:defRPr>
            </a:pPr>
            <a:r>
              <a:t>Deeplink Matcher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Dual Retrieval: BM25 + TF-IDF cosine across 578 entries. LLM never touches deeplinks.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20574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172E5"/>
                </a:solidFill>
              </a:defRPr>
            </a:pPr>
            <a:r>
              <a:t>Phase 3</a:t>
            </a:r>
          </a:p>
          <a:p>
            <a:pPr>
              <a:spcBef>
                <a:spcPts val="400"/>
              </a:spcBef>
              <a:defRPr sz="1400" b="1">
                <a:solidFill>
                  <a:srgbClr val="0B1C44"/>
                </a:solidFill>
              </a:defRPr>
            </a:pPr>
            <a:r>
              <a:t>Sequencing &amp; Assembly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Attaches actionable + validation deeplinks. Reorders actions: safe first, critical last.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217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t>CORE ARCHITECTURAL GUARANTEE: THE ANTI-HALLUCINATION BOUNDARY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1. Decoupled Extraction: The LLM produces step text and action categories. It is architecturally forbidden from generating URI strings.</a:t>
            </a:r>
            <a:br/>
            <a:r>
              <a:t>2. Dual-Retrieval Grounding: matcher.py queries data/deeplinks.json via BM25 (keyword precision) + TF-IDF (vector semantic match).</a:t>
            </a:r>
            <a:br/>
            <a:r>
              <a:t>3. Fallback Protection: Below confidence threshold (0.45), actions receive the official DL-DUMMY placeholder. Manual actions receive null.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72E5"/>
                </a:solidFill>
              </a:defRPr>
            </a:pPr>
            <a:r>
              <a:t>SAMSUNG PRISM GENAI HACKATHON 2026-27 | SECTION 4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44"/>
                </a:solidFill>
              </a:defRPr>
            </a:pPr>
            <a:r>
              <a:t>Demo &amp; Product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t>1. Input Ingestion  |  Tech: FastAPI /v1/troubleshoot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User submits natural language complaint (e.g. 'phone screen flickers') via Streamlit UI or REST API. SIIS reference article is loaded.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t>2. Cache Evaluation  |  Tech: TF-IDF Cosine Similarity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Query checked against semantic cache. Paraphrased matches return verified Goal in &lt;15ms at $0 cost without calling LLM.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t>3. Grounded Extraction  |  Tech: openai/gpt-oss-120b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Groq llama/gpt-oss model extracts UI steps from reference text. URL scrubber strips bare domains. Constraints clamp word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t>4. Deeplink Resolution  |  Tech: BM25 + TF-IDF (578 links)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Matcher maps actions to exact Settings URIs (e.g. 'voiceassist://masked/act/e5eb7df3dc'). Attaches validationDeeplink.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t>5. Structured Rendering  |  Tech: Streamlit Web Interface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Streamlit UI displays visual category badges (🟢 Auto, 🟡 Manual, 🔴 Critical), direct Settings links, latency, and exact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72E5"/>
                </a:solidFill>
              </a:defRPr>
            </a:pPr>
            <a:r>
              <a:t>SAMSUNG PRISM GENAI HACKATHON 2026-27 | SECTION 5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44"/>
                </a:solidFill>
              </a:defRPr>
            </a:pPr>
            <a:r>
              <a:t>Tools and Tech Stack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172E5"/>
                </a:solidFill>
              </a:defRPr>
            </a:pPr>
            <a:r>
              <a:t>FastAPI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High-performance async web framework exposing /v1/troubleshoot, /health, and inspection debug endpoints.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172E5"/>
                </a:solidFill>
              </a:defRPr>
            </a:pPr>
            <a:r>
              <a:t>Pydantic v2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Strict schema validation enforcing the official Samsung Goal/Action/StepGroup contract (sample_output.json).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172E5"/>
                </a:solidFill>
              </a:defRPr>
            </a:pPr>
            <a:r>
              <a:t>Groq API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High-throughput, low-latency LLM inference (openai/gpt-oss-120b) with temperature=0 for deterministic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83464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172E5"/>
                </a:solidFill>
              </a:defRPr>
            </a:pPr>
            <a:r>
              <a:t>Rank-BM25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Lexical Okapi BM25 keyword matching calibrated for Android settings terminology and UI action names.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172E5"/>
                </a:solidFill>
              </a:defRPr>
            </a:pPr>
            <a:r>
              <a:t>Scikit-Learn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TF-IDF vectorizer + cosine similarity for semantic dual-retrieval and the fast-path semantic cache.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172E5"/>
                </a:solidFill>
              </a:defRPr>
            </a:pPr>
            <a:r>
              <a:t>Streamlit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Interactive web demo UI with real query presets, real-time latency/cost telemetry, and raw JSON export.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172E5"/>
                </a:solidFill>
              </a:defRPr>
            </a:pPr>
            <a:r>
              <a:t>Docker &amp; Compose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Production-grade containerization with zero external database dependencies for 1-command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21208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172E5"/>
                </a:solidFill>
              </a:defRPr>
            </a:pPr>
            <a:r>
              <a:t>Python unittest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Comprehensive offline test suite (16 tests, 0.5s runtime) verifying safety, regex scrubbing, and contracts.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72E5"/>
                </a:solidFill>
              </a:defRPr>
            </a:pPr>
            <a:r>
              <a:t>SAMSUNG PRISM GENAI HACKATHON 2026-27 | SECTION 6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44"/>
                </a:solidFill>
              </a:defRPr>
            </a:pPr>
            <a:r>
              <a:t>Impact &amp; Business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72E5"/>
                </a:solidFill>
              </a:defRPr>
            </a:pPr>
            <a:r>
              <a:t>Customer Support Deflection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Over 40% of service center queries are basic configuration issues (screen timeouts, dark mode, gestures). Instant self-serve troubleshooting reduces call center load and operational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72E5"/>
                </a:solidFill>
              </a:defRPr>
            </a:pPr>
            <a:r>
              <a:t>Zero-Friction In-App Actionability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Traditional manuals give text instructions: 'Go to Settings &gt; Display &gt; Motion Smoothness'. Our engine provides 1-tap deep links that directly open the exact setting screen on Galaxy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72E5"/>
                </a:solidFill>
              </a:defRPr>
            </a:pPr>
            <a:r>
              <a:t>Automated Device Verification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Our validationDeeplink probes give the OS or Voice Assistant an automated way to verify that the setting change took effect (e.g. verifying 'Back up data == True'), closing the troubleshooting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72E5"/>
                </a:solidFill>
              </a:defRPr>
            </a:pPr>
            <a:r>
              <a:t>Samsung Galaxy Ecosystem Reach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Engine operates across Samsung smartphones (Galaxy S, Z Fold/Flip, A-Series) and tablets. Deeplinks automatically adapt to One UI navigation hierarchies.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72E5"/>
                </a:solidFill>
              </a:defRPr>
            </a:pPr>
            <a:r>
              <a:t>SAMSUNG PRISM GENAI HACKATHON 2026-27 | SECTION 7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44"/>
                </a:solidFill>
              </a:defRPr>
            </a:pPr>
            <a:r>
              <a:t>Innovation Highlights, Results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217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172E5"/>
                </a:solidFill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200" b="1">
                <a:solidFill>
                  <a:srgbClr val="0B1C44"/>
                </a:solidFill>
              </a:defRPr>
            </a:pPr>
            <a:r>
              <a:t>Resolution Rate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20/20 real queries resolved into validated plans.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217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172E5"/>
                </a:solidFill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200" b="1">
                <a:solidFill>
                  <a:srgbClr val="0B1C44"/>
                </a:solidFill>
              </a:defRPr>
            </a:pPr>
            <a:r>
              <a:t>Schema Validity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Strict compliance with sample_output.json.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172E5"/>
                </a:solidFill>
              </a:defRPr>
            </a:pPr>
            <a:r>
              <a:t>0</a:t>
            </a:r>
          </a:p>
          <a:p>
            <a:pPr>
              <a:spcBef>
                <a:spcPts val="200"/>
              </a:spcBef>
              <a:defRPr sz="1200" b="1">
                <a:solidFill>
                  <a:srgbClr val="0B1C44"/>
                </a:solidFill>
              </a:defRPr>
            </a:pPr>
            <a:r>
              <a:t>URL Leaks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Absolute zero external support URL leaks.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217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172E5"/>
                </a:solidFill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200" b="1">
                <a:solidFill>
                  <a:srgbClr val="0B1C44"/>
                </a:solidFill>
              </a:defRPr>
            </a:pPr>
            <a:r>
              <a:t>Deeplink Validity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Zero broken or hallucinated deeplinks.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29184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217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172E5"/>
                </a:solidFill>
              </a:defRPr>
            </a:pPr>
            <a:r>
              <a:t>$0.00046</a:t>
            </a:r>
          </a:p>
          <a:p>
            <a:pPr>
              <a:spcBef>
                <a:spcPts val="200"/>
              </a:spcBef>
              <a:defRPr sz="1200" b="1">
                <a:solidFill>
                  <a:srgbClr val="0B1C44"/>
                </a:solidFill>
              </a:defRPr>
            </a:pPr>
            <a:r>
              <a:t>Average Cost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Under 0.05¢ per query ($0.009 total for 20 queries).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29184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172E5"/>
                </a:solidFill>
              </a:defRPr>
            </a:pPr>
            <a:r>
              <a:t>1.0s – 2.3s</a:t>
            </a:r>
          </a:p>
          <a:p>
            <a:pPr>
              <a:spcBef>
                <a:spcPts val="200"/>
              </a:spcBef>
              <a:defRPr sz="1200" b="1">
                <a:solidFill>
                  <a:srgbClr val="0B1C44"/>
                </a:solidFill>
              </a:defRPr>
            </a:pPr>
            <a:r>
              <a:t>True Cold Latency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Sub-2.5s generation without rate-limit throttling.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B91C1C"/>
                </a:solidFill>
              </a:defRPr>
            </a:pPr>
            <a:r>
              <a:t>KNOWN LIMITATIONS (HONESTLY DISCLOSED)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Dense Embeddings Sandbox Constraint: Local BM25 + TF-IDF used as an offline stand-in for dense embeddings. Mitigated via domain synonym map.</a:t>
            </a:r>
            <a:br/>
            <a:r>
              <a:t>• Off-Topic SIIS Reference Text: Several test queries have reference text only tangentially related (e.g. screen flicker matched to email KB). The score field honestly reflects this rather than forcing 100% confidence.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72E5"/>
                </a:solidFill>
              </a:defRPr>
            </a:pPr>
            <a:r>
              <a:t>SAMSUNG PRISM GENAI HACKATHON 2026-27 | SECTION 8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44"/>
                </a:solidFill>
              </a:defRPr>
            </a:pPr>
            <a:r>
              <a:t>What's Next: Scaling to 10,000+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72E5"/>
                </a:solidFill>
              </a:defRPr>
            </a:pPr>
            <a:r>
              <a:t>1. O(1) Constant Prompt Scale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The LLM never ingests the deeplink catalog. Whether the catalog contains 500 or 50,000 entries, prompt token size remains constant, keeping operational cost completely flat as knowledge expands.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72E5"/>
                </a:solidFill>
              </a:defRPr>
            </a:pPr>
            <a:r>
              <a:t>2. Vector DB Migration (HNSW Index)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matcher.py exposes a modular best_match() interface. Swapping the in-memory BM25/TF-IDF engine for Milvus, pgvector, or FAISS with HNSW indexing requires &lt;20 lines of code and provides sub-5ms retrieval over 100k+ rows.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72E5"/>
                </a:solidFill>
              </a:defRPr>
            </a:pPr>
            <a:r>
              <a:t>3. Parameterized Deeplinks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Instead of storing thousands of individual app links, parameterized URI templates like 'voiceassist://settings/app_info?pkg={package}' cover thousands of third-party applications with a single catalog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72E5"/>
                </a:solidFill>
              </a:defRPr>
            </a:pPr>
            <a:r>
              <a:t>4. One UI &amp; Model Namespacing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Partition knowledge scenarios by Galaxy device family (S-Series, Z-Fold, A-Series) and One UI version (One UI 6.1 vs 7.0) to filter the search space prior to ranking.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72E5"/>
                </a:solidFill>
              </a:defRPr>
            </a:pPr>
            <a:r>
              <a:t>SAMSUNG PRISM GENAI HACKATHON 2026-27 | SECTION 9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44"/>
                </a:solidFill>
              </a:defRPr>
            </a:pPr>
            <a:r>
              <a:t>Brownie Points: Key Technical Differentiators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17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t>⭐  Mathematical Anti-Hallucination Guarantee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Deeplinks are exclusively retrieved from a curated catalog. The LLM has zero authority to write URIs, providing a 100% guarantee against broken links.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17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t>⭐  Programmatic Guards &gt; Prompt Promises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We do not trust prompt compliance for word limits or URL scrubbing. Regex filters and string-length clamps run in Python, guaranteeing 0 URL leaks.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t>⭐  Paraphrase-Aware Semantic Cache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Dual-tier cache: exact and semantic cosine similarity. Paraphrased complaints return in &lt;15ms at $0 cost without touching the LLM.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t>⭐  Automated Verification Suite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16 automated offline unit tests (tests/test_validation.py) passing in 0.50s. Verifies schema, regex scrubbing, and safety rules without network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72E5"/>
                </a:solidFill>
              </a:defRPr>
            </a:pPr>
            <a:r>
              <a:t>⭐  Graceful Degradation over Guessing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When reference text is irrelevant, the engine honestly returns no_match rather than fabricating a misleading solution.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72E5"/>
                </a:solidFill>
              </a:defRPr>
            </a:pPr>
            <a:r>
              <a:t>SAMSUNG PRISM GENAI HACKATHON 2026-27 | SECTION 10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44"/>
                </a:solidFill>
              </a:defRPr>
            </a:pPr>
            <a:r>
              <a:t>Checklist: Updated on Public GitHub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3152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803D"/>
                </a:solidFill>
              </a:defRPr>
            </a:pPr>
            <a:r>
              <a:t>✔  [YES (Y)]  Working prototype code — public or shared GitHub repo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  Fully functional repository with app/, data/, demo/, scripts/, tests/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698480" cy="73152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803D"/>
                </a:solidFill>
              </a:defRPr>
            </a:pPr>
            <a:r>
              <a:t>✔  [YES (Y)]  README with reproducible setup instructions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  Complete step-by-step instructions for Docker, local venv, and batch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698480" cy="73152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803D"/>
                </a:solidFill>
              </a:defRPr>
            </a:pPr>
            <a:r>
              <a:t>✔  [YES (Y)]  Demo video, max 5 minutes (YouTube or Drive link)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  Video link embedded directly in README.md header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698480" cy="73152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803D"/>
                </a:solidFill>
              </a:defRPr>
            </a:pPr>
            <a:r>
              <a:t>✔  [YES (Y)]  Presentation file (PPT or PDF)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  Smart_Guided_Troubleshooting_Engine_Samsung_PRISM.pptx in root directory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698480" cy="73152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803D"/>
                </a:solidFill>
              </a:defRPr>
            </a:pPr>
            <a:r>
              <a:t>✔  [YES (Y)]  Official GitHub Tag: PRISM_GENAI_HACKATHON_Y2026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  Git release tag created and pushed to origin 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698480" cy="73152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803D"/>
                </a:solidFill>
              </a:defRPr>
            </a:pPr>
            <a:r>
              <a:t>✔  [YES (Y)]  AI Disclosure Statement (AI_DISCLOSURE.md)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  Complete documentation of model usage, temperature=0, and safety guards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44"/>
          </a:solidFill>
          <a:ln>
            <a:solidFill>
              <a:srgbClr val="0B1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200">
                <a:solidFill>
                  <a:srgbClr val="2172E5"/>
                </a:solidFill>
              </a:defRPr>
            </a:pPr>
            <a:r>
              <a:t>Smart Guided Troubleshooting Engine — Theme 02</a:t>
            </a:r>
          </a:p>
          <a:p>
            <a:pPr algn="ctr">
              <a:spcBef>
                <a:spcPts val="1500"/>
              </a:spcBef>
              <a:defRPr sz="1600">
                <a:solidFill>
                  <a:srgbClr val="CBD5E1"/>
                </a:solidFill>
              </a:defRPr>
            </a:pPr>
            <a:r>
              <a:t>Open for Q&amp;A and Jury Discussion</a:t>
            </a:r>
          </a:p>
          <a:p>
            <a:pPr algn="ctr">
              <a:spcBef>
                <a:spcPts val="4000"/>
              </a:spcBef>
              <a:defRPr sz="1300">
                <a:solidFill>
                  <a:srgbClr val="94A3B8"/>
                </a:solidFill>
              </a:defRPr>
            </a:pPr>
            <a:r>
              <a:t>Organised by the Language AI Team and the PRISM Team, Samsung R&amp;D Institute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1996</Words>
  <Application>Microsoft Office PowerPoint</Application>
  <PresentationFormat>Widescreen</PresentationFormat>
  <Paragraphs>164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aarush mudgil</cp:lastModifiedBy>
  <cp:revision>1</cp:revision>
  <dcterms:created xsi:type="dcterms:W3CDTF">2013-01-27T09:14:16Z</dcterms:created>
  <dcterms:modified xsi:type="dcterms:W3CDTF">2026-09-28T06:36:26Z</dcterms:modified>
  <cp:category/>
</cp:coreProperties>
</file>